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926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✨ SMART FITNESS CARE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Malgun Gothic"/>
              </a:defRPr>
            </a:pPr>
            <a:r>
              <a:t>FitBuddy AI</a:t>
            </a:r>
          </a:p>
          <a:p>
            <a:pPr>
              <a:defRPr sz="1800">
                <a:solidFill>
                  <a:srgbClr val="94A3B8"/>
                </a:solidFill>
                <a:latin typeface="Malgun Gothic"/>
              </a:defRPr>
            </a:pPr>
            <a:r>
              <a:t>귀여운 마스코트와 AI 기술이 결합된 차세대 지능형 피트니스 관리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3035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  <a:latin typeface="Malgun Gothic"/>
              </a:defRPr>
            </a:pPr>
            <a:r>
              <a:t>DEVELOPED BY</a:t>
            </a: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  <a:latin typeface="Malgun Gothic"/>
              </a:defRPr>
            </a:pPr>
            <a:r>
              <a:t>하루 브레드 헬스케어 팀</a:t>
            </a:r>
          </a:p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366F1"/>
                </a:solidFill>
                <a:latin typeface="Malgun Gothic"/>
              </a:defRPr>
            </a:pPr>
            <a:r>
              <a:t>01. PROJECT OVERVIEW</a:t>
            </a:r>
          </a:p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플랫폼 개발 배경 및 핵심 과제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9377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EF4444"/>
                </a:solidFill>
                <a:latin typeface="Malgun Gothic"/>
              </a:defRPr>
            </a:pPr>
            <a:r>
              <a:t>🚨 기존 피트니스 센터 운영의 한계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아날로그식 회원 관리: 종이 문서 위주의 계약 처리와 비효율적인 수동 정산 프로세스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회원 동기부여 부족: 피트니스 시설에 대한 단순 입장 기능에 그쳐 지속적인 방문 유도 실패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소통의 단절: 회원 건의사항 및 사장님-트레이너 간의 실시간 전달 부재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정산 투명성 결여: 수동 장부 관리로 인한 정산 오류 가능성 및 리포트 작성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49377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6366F1"/>
                </a:solidFill>
                <a:latin typeface="Malgun Gothic"/>
              </a:defRPr>
            </a:pPr>
            <a:r>
              <a:t>✨ FitBuddy AI의 스마트 혁신 솔루션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지능형 B2C 포털: 3D 캐릭터 마스코트와 게이미피케이션(Confetti 쿠폰 박스)으로 재미 요소 강화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AI 웰니스 코치 '버디': Claude API를 연동한 실시간 운동 루틴 및 맞춤 식단 가이딩 챗봇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통합 B2B 관리 웹앱: 사장님-트레이너 전자 계약, 정산 연동 및 실시간 대시보드 리포트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출결 &amp; 혼잡도 실시간 연동: 출석 체크 시 실시간으로 피트니스 센터 혼잡도 현황 업데이트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366F1"/>
                </a:solidFill>
                <a:latin typeface="Malgun Gothic"/>
              </a:defRPr>
            </a:pPr>
            <a:r>
              <a:t>02. MEMBER PORTAL (B2C)</a:t>
            </a:r>
          </a:p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회원을 위한 스마트 &amp; 인터랙티브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26517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>
                <a:latin typeface="Malgun Gothic"/>
              </a:defRPr>
            </a:pPr>
            <a:r>
              <a:t>📶</a:t>
            </a:r>
          </a:p>
          <a:p>
            <a:pPr>
              <a:spcAft>
                <a:spcPts val="1600"/>
              </a:spcAft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실시간 출결 &amp; 혼잡도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전화번호 입력만으로 동작하는 스마트 출결 시스템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출결 데이터에 따라 대시보드 내 실시간 이용 인원 수 및 혼잡도 차트 자동 변동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이용 시간 분산을 통한 헬스장 쾌적성 확보 기여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004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920240"/>
            <a:ext cx="26517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>
                <a:latin typeface="Malgun Gothic"/>
              </a:defRPr>
            </a:pPr>
            <a:r>
              <a:t>🤖</a:t>
            </a:r>
          </a:p>
          <a:p>
            <a:pPr>
              <a:spcAft>
                <a:spcPts val="1600"/>
              </a:spcAft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AI 코치 '버디' 라이브챗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플로팅 상담 위젯 형태로 우측 하단 상시 노출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Claude 기반 실시간 식단 일지 분석 및 맞춤형 트레이닝 가이드 제안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네트워크 장애 대비 로컬 시뮬레이션 모드 기본 탑재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004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6517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>
                <a:latin typeface="Malgun Gothic"/>
              </a:defRPr>
            </a:pPr>
            <a:r>
              <a:t>🎁</a:t>
            </a:r>
          </a:p>
          <a:p>
            <a:pPr>
              <a:spcAft>
                <a:spcPts val="1600"/>
              </a:spcAft>
              <a:defRPr sz="1800" b="1">
                <a:solidFill>
                  <a:srgbClr val="0F172A"/>
                </a:solidFill>
                <a:latin typeface="Malgun Gothic"/>
              </a:defRPr>
            </a:pPr>
            <a:r>
              <a:t>게이미피케이션 &amp; 소통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쿠폰 이벤트: 클릭 시 색종이가 날리는 Confetti 연출과 특별 쿠폰 발급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Gym Boss 건의함: 센터 시설 불편 사항을 인터랙티브 폼으로 접수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200">
                <a:solidFill>
                  <a:srgbClr val="475569"/>
                </a:solidFill>
                <a:latin typeface="Malgun Gothic"/>
              </a:defRPr>
            </a:pPr>
            <a:r>
              <a:t>• 정밀 식단 다이어리 아카이브 기능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366F1"/>
                </a:solidFill>
                <a:latin typeface="Malgun Gothic"/>
              </a:defRPr>
            </a:pPr>
            <a:r>
              <a:t>03. ADMIN PORTAL (B2B)</a:t>
            </a:r>
          </a:p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효율적인 센터 운영을 위한 관리자 시스템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9377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6366F1"/>
                </a:solidFill>
                <a:latin typeface="Malgun Gothic"/>
              </a:defRPr>
            </a:pPr>
            <a:r>
              <a:t>💼 계약 및 인사 관리 (Contract / HR)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전자 계약서 실시간 작성: 신규 회원 계약 및 트레이너 고용 계약서 디지털 폼 작성 및 체계적인 이력 관리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체험권 계약 대상 조회: 마케팅 성과 추적이 가능한 잠재 고객(PT 체험권) 리스트업 및 관리 기능 제공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트레이너 급여 관리: 고용 조건 기반의 급여(Salary) 데이터 트래킹용 아키텍처 지원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실시간 알림 피드: 신규 계약 성립 및 회원 건의사항 접수 시 관리자 상단 알림 연동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49377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8B5CF6"/>
                </a:solidFill>
                <a:latin typeface="Malgun Gothic"/>
              </a:defRPr>
            </a:pPr>
            <a:r>
              <a:t>📈 매출 정산 및 비즈니스 리포트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매출 정산 대시보드: 일간/주간/월간 매출 데이터 및 서비스 이용 통계 일목요연하게 요약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비즈니스 분석 리포트: 회원 연령대 분포, 인기 시간대, 회원권 유형 분석 차트 시각화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프로모션 관리 기능: 쿠폰 발행 현황 및 할인 혜택별 유입 효과 측정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475569"/>
                </a:solidFill>
                <a:latin typeface="Malgun Gothic"/>
              </a:defRPr>
            </a:pPr>
            <a:r>
              <a:t>• 간편 결제 정산 연동: 모바일 친화적인 회원 결제 이력과 정산 연동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366F1"/>
                </a:solidFill>
                <a:latin typeface="Malgun Gothic"/>
              </a:defRPr>
            </a:pPr>
            <a:r>
              <a:t>04. SYSTEM ARCHITECTURE</a:t>
            </a:r>
          </a:p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신뢰성 높은 최신 기술 스택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23774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2011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6366F1"/>
                </a:solidFill>
                <a:latin typeface="Malgun Gothic"/>
              </a:defRPr>
            </a:pPr>
            <a:r>
              <a:t>FRONTEND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React.js (JSX)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Vanilla CSS (Custom Styling)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Bootstrap 5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Animate.css (애니메이션)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Canvas Confetti (인터랙션)</a:t>
            </a:r>
          </a:p>
          <a:p>
            <a:br/>
            <a:pPr>
              <a:lnSpc>
                <a:spcPct val="115000"/>
              </a:lnSpc>
              <a:defRPr sz="1100">
                <a:solidFill>
                  <a:srgbClr val="475569"/>
                </a:solidFill>
                <a:latin typeface="Malgun Gothic"/>
              </a:defRPr>
            </a:pPr>
            <a:r>
              <a:t>사용자 지향적인 고품질 UI 구성 및 매끄러운 상태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37360"/>
            <a:ext cx="23774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2011680"/>
            <a:ext cx="2011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B5CF6"/>
                </a:solidFill>
                <a:latin typeface="Malgun Gothic"/>
              </a:defRPr>
            </a:pPr>
            <a:r>
              <a:t>BACKEND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Spring Boot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Java 21 (LTS)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JPA / Hibernate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MyBatis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Spring Security</a:t>
            </a:r>
          </a:p>
          <a:p>
            <a:br/>
            <a:pPr>
              <a:lnSpc>
                <a:spcPct val="115000"/>
              </a:lnSpc>
              <a:defRPr sz="1100">
                <a:solidFill>
                  <a:srgbClr val="475569"/>
                </a:solidFill>
                <a:latin typeface="Malgun Gothic"/>
              </a:defRPr>
            </a:pPr>
            <a:r>
              <a:t>확장성 높고 안전한 API 서버 및 견고한 비즈니스 로직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3774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2011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DATABASE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PostgreSQL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Supabase Cloud Hosting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정교한 스키마 설계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트랜잭션 안전성 보장</a:t>
            </a:r>
          </a:p>
          <a:p>
            <a:br/>
            <a:pPr>
              <a:lnSpc>
                <a:spcPct val="115000"/>
              </a:lnSpc>
              <a:defRPr sz="1100">
                <a:solidFill>
                  <a:srgbClr val="475569"/>
                </a:solidFill>
                <a:latin typeface="Malgun Gothic"/>
              </a:defRPr>
            </a:pPr>
            <a:r>
              <a:t>클라우드 네이티브 기반의 유연한 데이터 보존 및 고속 쿼리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737360"/>
            <a:ext cx="23774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20116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AI &amp; CLOUD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Anthropic Messages API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Claude 모델 연동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00">
                <a:solidFill>
                  <a:srgbClr val="0F172A"/>
                </a:solidFill>
                <a:latin typeface="Malgun Gothic"/>
              </a:defRPr>
            </a:pPr>
            <a:r>
              <a:t>• 프론트-백 하이브리드 예외 처리 시뮬레이션 모드 지원</a:t>
            </a:r>
          </a:p>
          <a:p>
            <a:br/>
            <a:pPr>
              <a:lnSpc>
                <a:spcPct val="115000"/>
              </a:lnSpc>
              <a:defRPr sz="1100">
                <a:solidFill>
                  <a:srgbClr val="475569"/>
                </a:solidFill>
                <a:latin typeface="Malgun Gothic"/>
              </a:defRPr>
            </a:pPr>
            <a:r>
              <a:t>초개인화 운동/식단 솔루션 실시간 피드백 실현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8B5CF6"/>
                </a:solidFill>
                <a:latin typeface="Malgun Gothic"/>
              </a:defRPr>
            </a:pPr>
            <a:r>
              <a:t>05. EXPECTED BENEFITS</a:t>
            </a:r>
          </a:p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피트니스 케어 플랫폼의 기대효과 및 미래 비전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1645920"/>
            <a:ext cx="953993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운영 자동화를 통한 운영비용 대폭 절감</a:t>
            </a:r>
          </a:p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수동 출결, 종이 계약 프로세스, 복잡한 급여 정산을 자동화하여 단순 관리 공수를 줄이고 고부가 트레이닝에 역량 집중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73152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2926080"/>
            <a:ext cx="953993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AI 연계 초개인화 서비스로 고객 유지율(LTV) 극대화</a:t>
            </a:r>
          </a:p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친근한 캐릭터 마스코트와 지능형 운동 가이드 챗봇을 통한 실시간 케어로 회원들의 재미와 실질적 운동 변화 유도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731520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4206240"/>
            <a:ext cx="953993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투명한 정산 및 매출 다각화 비즈니스 모델 구축</a:t>
            </a:r>
          </a:p>
          <a:p>
            <a:pPr>
              <a:defRPr sz="1200">
                <a:solidFill>
                  <a:srgbClr val="94A3B8"/>
                </a:solidFill>
                <a:latin typeface="Malgun Gothic"/>
              </a:defRPr>
            </a:pPr>
            <a:r>
              <a:t>실시간 매출 정산 대시보드 리포트를 바탕으로 정확한 경영 의사결정을 실현하며, 맞춤 프로모션과 쿠폰으로 재등록 유도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